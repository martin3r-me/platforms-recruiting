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TEILNEHMER VERSCHIEBEN · SCHRITT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Teilnehmer auswählen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329184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1. </a:t>
            </a:r>
            <a:r>
              <a:rPr sz="1700" b="1">
                <a:solidFill>
                  <a:srgbClr val="111111"/>
                </a:solidFill>
                <a:latin typeface="Calibri"/>
              </a:rPr>
              <a:t>Schulungstermine</a:t>
            </a:r>
            <a:r>
              <a:rPr sz="1700" b="0">
                <a:solidFill>
                  <a:srgbClr val="111111"/>
                </a:solidFill>
                <a:latin typeface="Calibri"/>
              </a:rPr>
              <a:t> öffnen und den Termin anklicken, aus dem ihr verschieben wollt (Schulung A).</a:t>
            </a:r>
          </a:p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2. In der Teilnehmerliste die Personen </a:t>
            </a:r>
            <a:r>
              <a:rPr sz="1700" b="1">
                <a:solidFill>
                  <a:srgbClr val="111111"/>
                </a:solidFill>
                <a:latin typeface="Calibri"/>
              </a:rPr>
              <a:t>anhaken</a:t>
            </a:r>
            <a:r>
              <a:rPr sz="1700" b="0">
                <a:solidFill>
                  <a:srgbClr val="111111"/>
                </a:solidFill>
                <a:latin typeface="Calibri"/>
              </a:rPr>
              <a:t>. Das Kästchen oben in der Kopfzeile wählt alle verschiebbaren auf einmal.</a:t>
            </a:r>
          </a:p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3. Oben erscheint der blaue Balken „N ausgewählt“. Dort auf </a:t>
            </a:r>
            <a:r>
              <a:rPr sz="1700" b="1">
                <a:solidFill>
                  <a:srgbClr val="111111"/>
                </a:solidFill>
                <a:latin typeface="Calibri"/>
              </a:rPr>
              <a:t>„Verschieben nach…“</a:t>
            </a:r>
            <a:r>
              <a:rPr sz="1700" b="0">
                <a:solidFill>
                  <a:srgbClr val="111111"/>
                </a:solidFill>
                <a:latin typeface="Calibri"/>
              </a:rPr>
              <a:t> klicken.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578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1">
                <a:solidFill>
                  <a:srgbClr val="1273DE"/>
                </a:solidFill>
                <a:latin typeface="Calibri"/>
              </a:rPr>
              <a:t>Geht vorher und auch während der Schulung.</a:t>
            </a:r>
          </a:p>
        </p:txBody>
      </p:sp>
      <p:pic>
        <p:nvPicPr>
          <p:cNvPr id="10" name="Picture 9" descr="A_liste_angeha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338656"/>
            <a:ext cx="7360920" cy="3277966"/>
          </a:xfrm>
          <a:prstGeom prst="rect">
            <a:avLst/>
          </a:prstGeom>
          <a:ln w="9525">
            <a:solidFill>
              <a:srgbClr val="B8BCC4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TEILNEHMER VERSCHIEBEN · SCHRITT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Zieltermin wählen und verschieben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329184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4. Im Fenster den </a:t>
            </a:r>
            <a:r>
              <a:rPr sz="1700" b="1">
                <a:solidFill>
                  <a:srgbClr val="111111"/>
                </a:solidFill>
                <a:latin typeface="Calibri"/>
              </a:rPr>
              <a:t>Zieltermin</a:t>
            </a:r>
            <a:r>
              <a:rPr sz="1700" b="0">
                <a:solidFill>
                  <a:srgbClr val="111111"/>
                </a:solidFill>
                <a:latin typeface="Calibri"/>
              </a:rPr>
              <a:t> wählen (Schulung B). Hinter jedem Termin steht, wie viele Plätze noch frei sind.</a:t>
            </a:r>
          </a:p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5. Optional einen </a:t>
            </a:r>
            <a:r>
              <a:rPr sz="1700" b="1">
                <a:solidFill>
                  <a:srgbClr val="111111"/>
                </a:solidFill>
                <a:latin typeface="Calibri"/>
              </a:rPr>
              <a:t>Kommentar</a:t>
            </a:r>
            <a:r>
              <a:rPr sz="1700" b="0">
                <a:solidFill>
                  <a:srgbClr val="111111"/>
                </a:solidFill>
                <a:latin typeface="Calibri"/>
              </a:rPr>
              <a:t> eintragen, z. B. „Logistik-Gruppe“. Er steht später im Verlauf des Bewerbers.</a:t>
            </a:r>
          </a:p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6. Auf </a:t>
            </a:r>
            <a:r>
              <a:rPr sz="1700" b="1">
                <a:solidFill>
                  <a:srgbClr val="111111"/>
                </a:solidFill>
                <a:latin typeface="Calibri"/>
              </a:rPr>
              <a:t>„Verschieben“</a:t>
            </a:r>
            <a:r>
              <a:rPr sz="1700" b="0">
                <a:solidFill>
                  <a:srgbClr val="111111"/>
                </a:solidFill>
                <a:latin typeface="Calibri"/>
              </a:rPr>
              <a:t> klicken. Fertig.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578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1">
                <a:solidFill>
                  <a:srgbClr val="1273DE"/>
                </a:solidFill>
                <a:latin typeface="Calibri"/>
              </a:rPr>
              <a:t>Status, Bestätigung und Notizen bleiben. Wer schon erinnert wurde, bekommt keine zweite Erinnerung. Es geht keine Nachricht raus.</a:t>
            </a:r>
          </a:p>
        </p:txBody>
      </p:sp>
      <p:pic>
        <p:nvPicPr>
          <p:cNvPr id="10" name="Picture 9" descr="B_fenster_verschieb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397" y="1719072"/>
            <a:ext cx="6909164" cy="4517136"/>
          </a:xfrm>
          <a:prstGeom prst="rect">
            <a:avLst/>
          </a:prstGeom>
          <a:ln w="9525">
            <a:solidFill>
              <a:srgbClr val="B8BCC4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TEILNEHMER VERSCHIEBEN · WÄHREND DER SCHULUNG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Erst „Teilgenommen“, dann in Gruppen aufteilen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46504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Verschieben geht auch, solange der Termin läuft, und auch mit Teilnehmern, die schon auf </a:t>
            </a:r>
            <a:r>
              <a:rPr sz="1800" b="1">
                <a:solidFill>
                  <a:srgbClr val="111111"/>
                </a:solidFill>
                <a:latin typeface="Calibri"/>
              </a:rPr>
              <a:t>Teilgenommen</a:t>
            </a:r>
            <a:r>
              <a:rPr sz="1800" b="0">
                <a:solidFill>
                  <a:srgbClr val="111111"/>
                </a:solidFill>
                <a:latin typeface="Calibri"/>
              </a:rPr>
              <a:t> stehen. In der großen Gruppe alle Anwesenden auf Teilgenommen setzen, danach in die Gruppen verschieben. Der Status wandert mit.</a:t>
            </a:r>
          </a:p>
        </p:txBody>
      </p:sp>
      <p:pic>
        <p:nvPicPr>
          <p:cNvPr id="9" name="Picture 8" descr="C_status_teilgenom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1794"/>
            <a:ext cx="7287768" cy="3131810"/>
          </a:xfrm>
          <a:prstGeom prst="rect">
            <a:avLst/>
          </a:prstGeom>
          <a:ln w="9525">
            <a:solidFill>
              <a:srgbClr val="B8BCC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94192" y="2743200"/>
            <a:ext cx="310896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140"/>
              </a:spcAft>
            </a:pPr>
            <a:r>
              <a:rPr sz="1900" b="1">
                <a:solidFill>
                  <a:srgbClr val="1273DE"/>
                </a:solidFill>
                <a:latin typeface="Calibri"/>
              </a:rPr>
              <a:t>Ziel: gleiche Stelle</a:t>
            </a:r>
          </a:p>
          <a:p>
            <a:pPr algn="l">
              <a:spcAft>
                <a:spcPts val="1140"/>
              </a:spcAft>
            </a:pPr>
            <a:r>
              <a:rPr sz="1900" b="1">
                <a:solidFill>
                  <a:srgbClr val="1273DE"/>
                </a:solidFill>
                <a:latin typeface="Calibri"/>
              </a:rPr>
              <a:t>Bis der Zieltermin zu Ende ist</a:t>
            </a:r>
          </a:p>
          <a:p>
            <a:pPr algn="l">
              <a:spcAft>
                <a:spcPts val="1140"/>
              </a:spcAft>
            </a:pPr>
            <a:r>
              <a:rPr sz="1900" b="1">
                <a:solidFill>
                  <a:srgbClr val="1273DE"/>
                </a:solidFill>
                <a:latin typeface="Calibri"/>
              </a:rPr>
              <a:t>Teilgenommen nur am selben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525780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111111"/>
                </a:solidFill>
                <a:latin typeface="Calibri"/>
              </a:rPr>
              <a:t>Im Zieltermin steht an der Person „aus …“ mit dem alten Termin.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WENN EINE SCHULUNG VOLL IST · SCHRITT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Bewerber ohne Termin finden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0">
                <a:solidFill>
                  <a:srgbClr val="5F6368"/>
                </a:solidFill>
                <a:latin typeface="Calibri"/>
              </a:rPr>
              <a:t>Ist eine Schulung ausgebucht, könnt ihr alle Bewerber, die noch keinen Termin haben, per WhatsApp auf die freien Termine hinweisen. Sie suchen sich dann selbst einen neuen Termin aus.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5212080" cy="2880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1. Links auf </a:t>
            </a:r>
            <a:r>
              <a:rPr sz="1800" b="1">
                <a:solidFill>
                  <a:srgbClr val="111111"/>
                </a:solidFill>
                <a:latin typeface="Calibri"/>
              </a:rPr>
              <a:t>Statistik</a:t>
            </a:r>
            <a:r>
              <a:rPr sz="1800" b="0">
                <a:solidFill>
                  <a:srgbClr val="111111"/>
                </a:solidFill>
                <a:latin typeface="Calibri"/>
              </a:rPr>
              <a:t> gehen, eure Filiale auswählen und nach unten zu </a:t>
            </a:r>
            <a:r>
              <a:rPr sz="1800" b="1">
                <a:solidFill>
                  <a:srgbClr val="111111"/>
                </a:solidFill>
                <a:latin typeface="Calibri"/>
              </a:rPr>
              <a:t>„Schulungstermine“</a:t>
            </a:r>
            <a:r>
              <a:rPr sz="1800" b="0">
                <a:solidFill>
                  <a:srgbClr val="111111"/>
                </a:solidFill>
                <a:latin typeface="Calibri"/>
              </a:rPr>
              <a:t> scrollen.</a:t>
            </a:r>
          </a:p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2. Bei der vollen Schulung steht </a:t>
            </a:r>
            <a:r>
              <a:rPr sz="1800" b="1">
                <a:solidFill>
                  <a:srgbClr val="111111"/>
                </a:solidFill>
                <a:latin typeface="Calibri"/>
              </a:rPr>
              <a:t>„Ausgebucht“</a:t>
            </a:r>
            <a:r>
              <a:rPr sz="1800" b="0">
                <a:solidFill>
                  <a:srgbClr val="111111"/>
                </a:solidFill>
                <a:latin typeface="Calibri"/>
              </a:rPr>
              <a:t>. Daneben seht ihr, wie viele Bewerber noch keinen Termin haben, zum Beispiel </a:t>
            </a:r>
            <a:r>
              <a:rPr sz="1800" b="1">
                <a:solidFill>
                  <a:srgbClr val="111111"/>
                </a:solidFill>
                <a:latin typeface="Calibri"/>
              </a:rPr>
              <a:t>„12 ohne Termin“</a:t>
            </a:r>
            <a:r>
              <a:rPr sz="1800" b="0">
                <a:solidFill>
                  <a:srgbClr val="111111"/>
                </a:solidFill>
                <a:latin typeface="Calibri"/>
              </a:rPr>
              <a:t>. Darauf klicken.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514600"/>
            <a:ext cx="5212080" cy="2880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3. Es öffnet sich ein Fenster. Oben steht, welche Schulung voll ist und ob es noch andere Termine mit freien Plätzen gibt. </a:t>
            </a:r>
            <a:r>
              <a:rPr sz="1800" b="1">
                <a:solidFill>
                  <a:srgbClr val="111111"/>
                </a:solidFill>
                <a:latin typeface="Calibri"/>
              </a:rPr>
              <a:t>Ist der Kasten rot, gibt es keinen freien Termin.</a:t>
            </a:r>
            <a:r>
              <a:rPr sz="1800" b="0">
                <a:solidFill>
                  <a:srgbClr val="111111"/>
                </a:solidFill>
                <a:latin typeface="Calibri"/>
              </a:rPr>
              <a:t> Dann bitte zuerst einen neuen Termin anlegen.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486400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0">
                <a:solidFill>
                  <a:srgbClr val="5F6368"/>
                </a:solidFill>
                <a:latin typeface="Calibri"/>
              </a:rPr>
              <a:t>„… ohne Termin“ erscheint nur, wenn die Schulung eine Platzzahl hat, komplett voll ist, noch bevorsteht und eine Ausschreibung hinterlegt 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WENN EINE SCHULUNG VOLL IST · SCHRITT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Empfänger prüfen und WhatsApp senden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5212080" cy="36210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4. Im Fenster seht ihr alle Bewerber, die die Nachricht bekommen. Wer keine bekommen soll: einfach den </a:t>
            </a:r>
            <a:r>
              <a:rPr sz="1800" b="1">
                <a:solidFill>
                  <a:srgbClr val="111111"/>
                </a:solidFill>
                <a:latin typeface="Calibri"/>
              </a:rPr>
              <a:t>Haken entfernen</a:t>
            </a:r>
            <a:r>
              <a:rPr sz="1800" b="0">
                <a:solidFill>
                  <a:srgbClr val="111111"/>
                </a:solidFill>
                <a:latin typeface="Calibri"/>
              </a:rPr>
              <a:t>. Grau hinterlegte Personen können nicht angeschrieben werden, der Grund steht dabei.</a:t>
            </a:r>
          </a:p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5. Ganz unten seht ihr die Nachricht so, wie der Bewerber sie bekommt. Statt „Anna“ steht dort später der richtige Vorname. Über </a:t>
            </a:r>
            <a:r>
              <a:rPr sz="1800" b="1">
                <a:solidFill>
                  <a:srgbClr val="111111"/>
                </a:solidFill>
                <a:latin typeface="Calibri"/>
              </a:rPr>
              <a:t>„Vorlage ändern“</a:t>
            </a:r>
            <a:r>
              <a:rPr sz="1800" b="0">
                <a:solidFill>
                  <a:srgbClr val="111111"/>
                </a:solidFill>
                <a:latin typeface="Calibri"/>
              </a:rPr>
              <a:t> könnt ihr einen anderen Text wählen.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73936"/>
            <a:ext cx="5212080" cy="36210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6. Auf </a:t>
            </a:r>
            <a:r>
              <a:rPr sz="1800" b="1">
                <a:solidFill>
                  <a:srgbClr val="111111"/>
                </a:solidFill>
                <a:latin typeface="Calibri"/>
              </a:rPr>
              <a:t>„WhatsApp an … Personen senden“</a:t>
            </a:r>
            <a:r>
              <a:rPr sz="1800" b="0">
                <a:solidFill>
                  <a:srgbClr val="111111"/>
                </a:solidFill>
                <a:latin typeface="Calibri"/>
              </a:rPr>
              <a:t> klicken und bestätigen. Im Fenster seht ihr, wie die Nachrichten rausgehen.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1">
                <a:solidFill>
                  <a:srgbClr val="1273DE"/>
                </a:solidFill>
                <a:latin typeface="Calibri"/>
              </a:rPr>
              <a:t>Die Bewerber buchen sich danach selbst in einen freien Termin.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GUT ZU WISSEN · TEILNEHMER VERSCHIEBEN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Regeln auf einen Blick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737360"/>
          <a:ext cx="10789920" cy="2194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17520"/>
                <a:gridCol w="777240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Verschieben: welche Termine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Nur aktive Termine derselben Stelle (gleicher Ort), die noch nicht zu Ende sind. Ein laufender Termin geht also noch. Wer in eine andere Filiale soll, bucht über die Terminauswahl neu.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Verschieben: wer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Gebucht, registriert und bestätigt immer. Teilgenommen nur in einen Termin am selben Tag. Stornierte, nicht erschienene und vor Ort aussortierte bleiben, wo sie sind.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Verschieben: Plätze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Hat der Zieltermin eine Platzzahl, werden nur so viele verschoben, wie Plätze frei sind. Wer nicht mehr passt, bleibt in Schulung A.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Verschieben: Nachricht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Keine. Wenn die Person Bescheid wissen soll, bitte selbst anschreiben.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GUT ZU WISSEN · KAMPAGNE „SCHULUNG VOLL“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Regeln auf einen Blick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737360"/>
          <a:ext cx="10789920" cy="2743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17520"/>
                <a:gridCol w="777240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Kampagne: wer bekommt sie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Nur Bewerber, die Phase 1 abgeschlossen haben und in der Terminauswahl stehen. Wer die Bewerbung noch nicht vervollständigt hat, bleibt sichtbar, ist aber gesperrt.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Kampagne: danach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Keine automatischen Erinnerungen. Bucht die Person einen Termin, läuft alles wie gewohnt weiter: Daten vervollständigen, Bestätigung, Vertrag.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Kampagne: doppelt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Wer in den letzten 14 Tagen schon eine Kampagne bekam, ist vorsichtshalber abgehakt (Badge „angeschrieben am …“). Haken setzen geht trotzdem.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Kampagne: Ausschreibungswechsel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Bucht jemand am selben Ort eine Schulung einer anderen Ausschreibung, bleibt er in seiner Ausschreibung. In der Statistik seht ihr ihn beim neuen Termin unter „Herkunft“.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Vorlage pflegen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Bewerberliste → Einstellungen → „WhatsApp Template — Schulung voll, freie Termine“. Ohne Auswahl greift die normale Terminauswahl-Vorlage.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